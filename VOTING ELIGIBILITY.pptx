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1524A-C22A-69F0-E040-470E55A7A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9B6B44-163A-2167-4242-448BD2D88A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EC01F-575C-8CC7-FAF2-F26A9D105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AD5B1-D40D-4C54-B9AD-A26B3F4A22ED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272DD-6EFD-0813-D8B4-8D00FBD94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729FC-52E5-4E51-FCAC-6FFFAA6BC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52BDC-4BF5-4E53-B60E-08546C4C1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7416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42C9F-3D8C-8DEF-6B4C-26ACA1C95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B565A-5CAE-83B1-110A-C20B4700D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CFD6E-A99B-F334-1178-70AF4D06E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AD5B1-D40D-4C54-B9AD-A26B3F4A22ED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A1C1B-A4ED-4EFF-5007-9F05984FF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292AC-3FB5-7F2F-BC9E-907AC3FB2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52BDC-4BF5-4E53-B60E-08546C4C1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090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19C01-0973-0012-AD4C-B1EDA3082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38B24-B4BA-1CE3-D70F-2F6900C31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1DB09-EADC-3775-7D04-7EC96AA0D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AD5B1-D40D-4C54-B9AD-A26B3F4A22ED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9E3C7-08FF-73BC-A29A-2671F9A7C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18D2F-498A-60A7-984F-9FE66F55A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52BDC-4BF5-4E53-B60E-08546C4C1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2364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EA58A-D938-4908-D217-1033CC9C2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990FB-E1D2-9E46-DCB1-4085B5FA34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12203D-E8F7-BE1C-3436-45B360C854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080EB-773E-2893-B6BC-2463C074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AD5B1-D40D-4C54-B9AD-A26B3F4A22ED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5E1C73-E7C8-0977-AF17-67ECE2869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555897-AFA5-BFDE-2F88-66A503BD5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52BDC-4BF5-4E53-B60E-08546C4C1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4936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0FB65-75F4-0E69-2552-91850CD1A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B0730-A3A9-BD53-B33E-243708AD8A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5FBBC3-2157-27AB-3930-EB3A924B3B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65ED4F-BF1D-C863-86B7-AA22F4F585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8D39CE-79CA-9252-2F22-930AB0AD2E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614F0E-E3FB-61AD-FD10-374659C00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AD5B1-D40D-4C54-B9AD-A26B3F4A22ED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296DAB-9AC0-C359-6D47-64FAF0B92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5A2C03-DC8B-A80E-2B16-503001EAE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52BDC-4BF5-4E53-B60E-08546C4C1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6964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9169B-1E20-2C57-B265-95EAD9935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31F1FD-7794-704B-0BAE-56EAAD26F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AD5B1-D40D-4C54-B9AD-A26B3F4A22ED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3AA9DC-12B1-11F7-7762-DD98A917E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692C4E-0279-084B-9C03-E48D8AF32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52BDC-4BF5-4E53-B60E-08546C4C1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2721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4CF899-BDA5-C76D-DA07-97CE687E6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AD5B1-D40D-4C54-B9AD-A26B3F4A22ED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20ACD2-4850-6ACE-5213-313FE6299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74C7D-5883-D084-1B16-410AADC1B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52BDC-4BF5-4E53-B60E-08546C4C1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655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457B8-DB7A-B83D-8F85-06FAE7AD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BAC77-DA51-1076-179B-20E945C8C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D76F8C-1EC4-D049-6266-5411904F6F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FE8C9F-6C73-260C-7E2D-C2A4DC4AD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AD5B1-D40D-4C54-B9AD-A26B3F4A22ED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EA3813-B54A-71E6-B0D1-6EDA0C15F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31D04-B437-8C5B-20D4-F964456B7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52BDC-4BF5-4E53-B60E-08546C4C1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986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C64DB-3030-C525-D914-846B87752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E6A5BC-5080-F286-4031-F69113A5C0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47FDA3-7801-8FCF-252B-2FD729227E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FA44A3-8A3C-C330-8DCB-8C492B414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AD5B1-D40D-4C54-B9AD-A26B3F4A22ED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A5B5A1-25F6-C28D-0953-0207EF460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5295B-FD90-853A-DE09-1EDBEA1F9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52BDC-4BF5-4E53-B60E-08546C4C1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823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50424-6CB0-2102-114E-CB673EAC4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19558E-6ED9-63B2-A37A-ADBB22151B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C339C-749D-5B62-4BF0-7550C7A4C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AD5B1-D40D-4C54-B9AD-A26B3F4A22ED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E2223-6A89-0AE0-D943-60BABF86D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FC033-BB43-C229-382A-8B4714BD6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52BDC-4BF5-4E53-B60E-08546C4C1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105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18CC04-8F72-4150-D752-F4CEB70B65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4BBA54-6108-18A0-2CA2-35F2F62376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3819E-F436-4A80-A3E6-938B372FC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AD5B1-D40D-4C54-B9AD-A26B3F4A22ED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BBE40-6295-C37B-C375-71BDA94CF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1D5C1-0D6F-F1D9-01F3-3F9BD5C2B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52BDC-4BF5-4E53-B60E-08546C4C1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260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787239-0166-59E5-780D-649F89F89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D965DF-5053-81A4-B7A6-5428CF8D0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20780-9465-F30E-88BC-8B892E1F4D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AAD5B1-D40D-4C54-B9AD-A26B3F4A22ED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4B591-2DB0-7B3D-75FB-1382707434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24C2B-8A13-4592-BDB8-B6BD8B7C72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D52BDC-4BF5-4E53-B60E-08546C4C14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7517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E2E5E-6CB4-2BAD-E920-5772E33AF0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274528-56F8-4943-99F9-DF6E8748B1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4A471A-2FA1-8D39-EA35-AB84C7F044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304643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DE8627-9B99-06E8-4B54-22374733D9D6}"/>
              </a:ext>
            </a:extLst>
          </p:cNvPr>
          <p:cNvSpPr txBox="1"/>
          <p:nvPr/>
        </p:nvSpPr>
        <p:spPr>
          <a:xfrm>
            <a:off x="673240" y="924449"/>
            <a:ext cx="859887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latin typeface="Algerian" panose="04020705040A02060702" pitchFamily="82" charset="0"/>
              </a:rPr>
              <a:t>Voter Eligibility </a:t>
            </a:r>
          </a:p>
          <a:p>
            <a:r>
              <a:rPr lang="en-US" sz="4800" dirty="0"/>
              <a:t> Content / </a:t>
            </a:r>
            <a:r>
              <a:rPr lang="en-US" sz="4800" dirty="0" err="1"/>
              <a:t>MatterSlide</a:t>
            </a:r>
            <a:r>
              <a:rPr lang="en-US" sz="4800" dirty="0"/>
              <a:t> 1 – Title </a:t>
            </a:r>
            <a:r>
              <a:rPr lang="en-US" sz="4800" dirty="0" err="1"/>
              <a:t>SlideVoter</a:t>
            </a:r>
            <a:r>
              <a:rPr lang="en-US" sz="4800" dirty="0"/>
              <a:t> Eligibility </a:t>
            </a:r>
            <a:r>
              <a:rPr lang="en-US" sz="4800" dirty="0" err="1"/>
              <a:t>CheckerA</a:t>
            </a:r>
            <a:r>
              <a:rPr lang="en-US" sz="4800" dirty="0"/>
              <a:t> Simple Tool to Check Age and Registration </a:t>
            </a:r>
            <a:r>
              <a:rPr lang="en-US" sz="4800" dirty="0" err="1"/>
              <a:t>StatusPrepared</a:t>
            </a:r>
            <a:r>
              <a:rPr lang="en-US" sz="4800" dirty="0"/>
              <a:t> by: Your </a:t>
            </a:r>
            <a:r>
              <a:rPr lang="en-US" sz="4800" dirty="0" err="1"/>
              <a:t>NameDepartment</a:t>
            </a:r>
            <a:r>
              <a:rPr lang="en-US" sz="4800" dirty="0"/>
              <a:t> / </a:t>
            </a:r>
            <a:r>
              <a:rPr lang="en-US" sz="4800" dirty="0" err="1"/>
              <a:t>ClassDate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487715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8317A0-D53B-F315-7DCE-D64C083751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EFA2AF-84D3-AA63-9FD7-7FB0CE9BC82E}"/>
              </a:ext>
            </a:extLst>
          </p:cNvPr>
          <p:cNvSpPr txBox="1"/>
          <p:nvPr/>
        </p:nvSpPr>
        <p:spPr>
          <a:xfrm>
            <a:off x="117613" y="0"/>
            <a:ext cx="11956774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latin typeface="Algerian" panose="04020705040A02060702" pitchFamily="82" charset="0"/>
              </a:rPr>
              <a:t>Introduction</a:t>
            </a:r>
          </a:p>
          <a:p>
            <a:r>
              <a:rPr lang="en-US" sz="4400" dirty="0"/>
              <a:t>Voting is one of the most important rights in a </a:t>
            </a:r>
            <a:r>
              <a:rPr lang="en-US" sz="4400" dirty="0" err="1"/>
              <a:t>democracy.Many</a:t>
            </a:r>
            <a:r>
              <a:rPr lang="en-US" sz="4400" dirty="0"/>
              <a:t> people are unsure whether they are eligible to vote or if their name is registered in the voter </a:t>
            </a:r>
            <a:r>
              <a:rPr lang="en-US" sz="4400" dirty="0" err="1"/>
              <a:t>list.A</a:t>
            </a:r>
            <a:r>
              <a:rPr lang="en-US" sz="4400" dirty="0"/>
              <a:t> Voter Eligibility Checker is a simple digital tool that helps </a:t>
            </a:r>
            <a:r>
              <a:rPr lang="en-US" sz="4400" dirty="0" err="1"/>
              <a:t>users:Verify</a:t>
            </a:r>
            <a:r>
              <a:rPr lang="en-US" sz="4400" dirty="0"/>
              <a:t> their voting age </a:t>
            </a:r>
            <a:r>
              <a:rPr lang="en-US" sz="4400" dirty="0" err="1"/>
              <a:t>eligibilityCheck</a:t>
            </a:r>
            <a:r>
              <a:rPr lang="en-US" sz="4400" dirty="0"/>
              <a:t> voter registration </a:t>
            </a:r>
            <a:r>
              <a:rPr lang="en-US" sz="4400" dirty="0" err="1"/>
              <a:t>statusAccess</a:t>
            </a:r>
            <a:r>
              <a:rPr lang="en-US" sz="4400" dirty="0"/>
              <a:t> election-related information quickly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1847915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F86AFE-6DA8-B733-3217-C3D8AA1A40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D77561-0AF2-E6FC-4419-4063DDD130CD}"/>
              </a:ext>
            </a:extLst>
          </p:cNvPr>
          <p:cNvSpPr txBox="1"/>
          <p:nvPr/>
        </p:nvSpPr>
        <p:spPr>
          <a:xfrm>
            <a:off x="236054" y="215493"/>
            <a:ext cx="1185986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/>
              <a:t> </a:t>
            </a:r>
            <a:r>
              <a:rPr lang="en-US" sz="4800" dirty="0">
                <a:latin typeface="Algerian" panose="04020705040A02060702" pitchFamily="82" charset="0"/>
              </a:rPr>
              <a:t>Objectives</a:t>
            </a:r>
          </a:p>
          <a:p>
            <a:r>
              <a:rPr lang="en-US" sz="4800" dirty="0"/>
              <a:t>Objectives of the </a:t>
            </a:r>
            <a:r>
              <a:rPr lang="en-US" sz="4800" dirty="0" err="1"/>
              <a:t>SystemTo</a:t>
            </a:r>
            <a:r>
              <a:rPr lang="en-US" sz="4800" dirty="0"/>
              <a:t> help citizens know if they can </a:t>
            </a:r>
            <a:r>
              <a:rPr lang="en-US" sz="4800" dirty="0" err="1"/>
              <a:t>voteTo</a:t>
            </a:r>
            <a:r>
              <a:rPr lang="en-US" sz="4800" dirty="0"/>
              <a:t> reduce confusion during </a:t>
            </a:r>
            <a:r>
              <a:rPr lang="en-US" sz="4800" dirty="0" err="1"/>
              <a:t>electionsTo</a:t>
            </a:r>
            <a:r>
              <a:rPr lang="en-US" sz="4800" dirty="0"/>
              <a:t> provide quick access to voter </a:t>
            </a:r>
            <a:r>
              <a:rPr lang="en-US" sz="4800" dirty="0" err="1"/>
              <a:t>informationTo</a:t>
            </a:r>
            <a:r>
              <a:rPr lang="en-US" sz="4800" dirty="0"/>
              <a:t> encourage more people to participate in </a:t>
            </a:r>
            <a:r>
              <a:rPr lang="en-US" sz="4800" dirty="0" err="1"/>
              <a:t>electionsTo</a:t>
            </a:r>
            <a:r>
              <a:rPr lang="en-US" sz="4800" dirty="0"/>
              <a:t> make the voter verification process simple and fast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489575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30ECFD-809C-E520-FB59-8C1A186B05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264887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27923D-BAF8-2A9B-D9C3-47AF73223A9E}"/>
              </a:ext>
            </a:extLst>
          </p:cNvPr>
          <p:cNvSpPr txBox="1"/>
          <p:nvPr/>
        </p:nvSpPr>
        <p:spPr>
          <a:xfrm>
            <a:off x="0" y="120581"/>
            <a:ext cx="101789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dirty="0">
                <a:latin typeface="Algerian" panose="04020705040A02060702" pitchFamily="82" charset="0"/>
              </a:rPr>
              <a:t>Features of Voter Eligibility </a:t>
            </a:r>
            <a:r>
              <a:rPr lang="en-IN" sz="4800" dirty="0" err="1"/>
              <a:t>CheckerMain</a:t>
            </a:r>
            <a:r>
              <a:rPr lang="en-IN" sz="4800" dirty="0"/>
              <a:t> </a:t>
            </a:r>
            <a:r>
              <a:rPr lang="en-IN" sz="4800" dirty="0" err="1"/>
              <a:t>FeaturesAge</a:t>
            </a:r>
            <a:r>
              <a:rPr lang="en-IN" sz="4800" dirty="0"/>
              <a:t> </a:t>
            </a:r>
            <a:r>
              <a:rPr lang="en-IN" sz="4800" dirty="0" err="1"/>
              <a:t>verificationVoter</a:t>
            </a:r>
            <a:r>
              <a:rPr lang="en-IN" sz="4800" dirty="0"/>
              <a:t> ID registration status </a:t>
            </a:r>
            <a:r>
              <a:rPr lang="en-IN" sz="4800" dirty="0" err="1"/>
              <a:t>checkEasy</a:t>
            </a:r>
            <a:r>
              <a:rPr lang="en-IN" sz="4800" dirty="0"/>
              <a:t> user </a:t>
            </a:r>
            <a:r>
              <a:rPr lang="en-IN" sz="4800" dirty="0" err="1"/>
              <a:t>interfaceFast</a:t>
            </a:r>
            <a:r>
              <a:rPr lang="en-IN" sz="4800" dirty="0"/>
              <a:t> </a:t>
            </a:r>
            <a:r>
              <a:rPr lang="en-IN" sz="4800" dirty="0" err="1"/>
              <a:t>responseMobile</a:t>
            </a:r>
            <a:r>
              <a:rPr lang="en-IN" sz="4800" dirty="0"/>
              <a:t>-friendly </a:t>
            </a:r>
            <a:r>
              <a:rPr lang="en-IN" sz="4800" dirty="0" err="1"/>
              <a:t>accessSecure</a:t>
            </a:r>
            <a:r>
              <a:rPr lang="en-IN" sz="4800" dirty="0"/>
              <a:t> handling of user data</a:t>
            </a:r>
          </a:p>
        </p:txBody>
      </p:sp>
    </p:spTree>
    <p:extLst>
      <p:ext uri="{BB962C8B-B14F-4D97-AF65-F5344CB8AC3E}">
        <p14:creationId xmlns:p14="http://schemas.microsoft.com/office/powerpoint/2010/main" val="2219729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A5D2C3-5BEE-1DAF-138F-D8C2FF84D8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9493A4-F093-57BC-66B4-1E9BADD78215}"/>
              </a:ext>
            </a:extLst>
          </p:cNvPr>
          <p:cNvSpPr txBox="1"/>
          <p:nvPr/>
        </p:nvSpPr>
        <p:spPr>
          <a:xfrm>
            <a:off x="0" y="149087"/>
            <a:ext cx="918624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dirty="0">
                <a:latin typeface="Algerian" panose="04020705040A02060702" pitchFamily="82" charset="0"/>
              </a:rPr>
              <a:t>How It </a:t>
            </a:r>
            <a:r>
              <a:rPr lang="en-IN" sz="4800" dirty="0" err="1">
                <a:latin typeface="Algerian" panose="04020705040A02060702" pitchFamily="82" charset="0"/>
              </a:rPr>
              <a:t>WorksWorking</a:t>
            </a:r>
            <a:r>
              <a:rPr lang="en-IN" sz="4800" dirty="0">
                <a:latin typeface="Algerian" panose="04020705040A02060702" pitchFamily="82" charset="0"/>
              </a:rPr>
              <a:t> </a:t>
            </a:r>
            <a:r>
              <a:rPr lang="en-IN" sz="4800" dirty="0" err="1"/>
              <a:t>ProcessUser</a:t>
            </a:r>
            <a:r>
              <a:rPr lang="en-IN" sz="4800" dirty="0"/>
              <a:t> </a:t>
            </a:r>
            <a:r>
              <a:rPr lang="en-IN" sz="4800" dirty="0" err="1"/>
              <a:t>enters:NameDate</a:t>
            </a:r>
            <a:r>
              <a:rPr lang="en-IN" sz="4800" dirty="0"/>
              <a:t> of </a:t>
            </a:r>
            <a:r>
              <a:rPr lang="en-IN" sz="4800" dirty="0" err="1"/>
              <a:t>BirthVoter</a:t>
            </a:r>
            <a:r>
              <a:rPr lang="en-IN" sz="4800" dirty="0"/>
              <a:t> ID number (optional)System </a:t>
            </a:r>
            <a:r>
              <a:rPr lang="en-IN" sz="4800" dirty="0" err="1"/>
              <a:t>checks:If</a:t>
            </a:r>
            <a:r>
              <a:rPr lang="en-IN" sz="4800" dirty="0"/>
              <a:t> age is 18 or </a:t>
            </a:r>
            <a:r>
              <a:rPr lang="en-IN" sz="4800" dirty="0" err="1"/>
              <a:t>aboveRegistration</a:t>
            </a:r>
            <a:r>
              <a:rPr lang="en-IN" sz="4800" dirty="0"/>
              <a:t> details in voter </a:t>
            </a:r>
            <a:r>
              <a:rPr lang="en-IN" sz="4800" dirty="0" err="1"/>
              <a:t>databaseSystem</a:t>
            </a:r>
            <a:r>
              <a:rPr lang="en-IN" sz="4800" dirty="0"/>
              <a:t> </a:t>
            </a:r>
            <a:r>
              <a:rPr lang="en-IN" sz="4800" dirty="0" err="1"/>
              <a:t>displays:Eligible</a:t>
            </a:r>
            <a:r>
              <a:rPr lang="en-IN" sz="4800" dirty="0"/>
              <a:t> / Not </a:t>
            </a:r>
            <a:r>
              <a:rPr lang="en-IN" sz="4800" dirty="0" err="1"/>
              <a:t>EligibleRegistration</a:t>
            </a:r>
            <a:r>
              <a:rPr lang="en-IN" sz="4800" dirty="0"/>
              <a:t> status</a:t>
            </a:r>
          </a:p>
        </p:txBody>
      </p:sp>
    </p:spTree>
    <p:extLst>
      <p:ext uri="{BB962C8B-B14F-4D97-AF65-F5344CB8AC3E}">
        <p14:creationId xmlns:p14="http://schemas.microsoft.com/office/powerpoint/2010/main" val="504196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D293BC-F5AB-5B7F-D827-C20EEB6D78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64887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D679E2-7F0C-909C-6F0B-AA715F657E4E}"/>
              </a:ext>
            </a:extLst>
          </p:cNvPr>
          <p:cNvSpPr txBox="1"/>
          <p:nvPr/>
        </p:nvSpPr>
        <p:spPr>
          <a:xfrm>
            <a:off x="82898" y="163510"/>
            <a:ext cx="8448153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/>
              <a:t> </a:t>
            </a:r>
            <a:r>
              <a:rPr lang="en-US" sz="4800" dirty="0">
                <a:latin typeface="Algerian" panose="04020705040A02060702" pitchFamily="82" charset="0"/>
              </a:rPr>
              <a:t>Eligibility Criteria</a:t>
            </a:r>
          </a:p>
          <a:p>
            <a:r>
              <a:rPr lang="en-US" sz="4800" dirty="0"/>
              <a:t>Eligibility Rules in </a:t>
            </a:r>
            <a:r>
              <a:rPr lang="en-US" sz="4800" dirty="0" err="1"/>
              <a:t>IndiaA</a:t>
            </a:r>
            <a:r>
              <a:rPr lang="en-US" sz="4800" dirty="0"/>
              <a:t> person can vote </a:t>
            </a:r>
            <a:r>
              <a:rPr lang="en-US" sz="4800" dirty="0" err="1"/>
              <a:t>if:They</a:t>
            </a:r>
            <a:r>
              <a:rPr lang="en-US" sz="4800" dirty="0"/>
              <a:t> are an Indian </a:t>
            </a:r>
            <a:r>
              <a:rPr lang="en-US" sz="4800" dirty="0" err="1"/>
              <a:t>citizenThey</a:t>
            </a:r>
            <a:r>
              <a:rPr lang="en-US" sz="4800" dirty="0"/>
              <a:t> are 18 years or older�</a:t>
            </a:r>
          </a:p>
          <a:p>
            <a:r>
              <a:rPr lang="en-US" sz="4800" dirty="0"/>
              <a:t>Their name is registered in the electoral </a:t>
            </a:r>
            <a:r>
              <a:rPr lang="en-US" sz="4800" dirty="0" err="1"/>
              <a:t>rollThey</a:t>
            </a:r>
            <a:r>
              <a:rPr lang="en-US" sz="4800" dirty="0"/>
              <a:t> are not legally disqualified from voting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3856248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F224DB-7F9E-2060-4F76-682D3D33B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74A8AB-B258-AFD5-A1BB-B55CDF9C03DD}"/>
              </a:ext>
            </a:extLst>
          </p:cNvPr>
          <p:cNvSpPr txBox="1"/>
          <p:nvPr/>
        </p:nvSpPr>
        <p:spPr>
          <a:xfrm>
            <a:off x="271306" y="361742"/>
            <a:ext cx="963800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dirty="0"/>
              <a:t> </a:t>
            </a:r>
            <a:r>
              <a:rPr lang="en-IN" sz="4800" dirty="0">
                <a:latin typeface="Algerian" panose="04020705040A02060702" pitchFamily="82" charset="0"/>
              </a:rPr>
              <a:t>Technologies Used</a:t>
            </a:r>
          </a:p>
          <a:p>
            <a:r>
              <a:rPr lang="en-IN" sz="4800" dirty="0"/>
              <a:t>Technologies That Can Be Used</a:t>
            </a:r>
          </a:p>
          <a:p>
            <a:r>
              <a:rPr lang="en-IN" sz="4800" dirty="0" err="1"/>
              <a:t>Frontend:HTMLCSSJavaScript</a:t>
            </a:r>
            <a:endParaRPr lang="en-IN" sz="4800" dirty="0"/>
          </a:p>
          <a:p>
            <a:r>
              <a:rPr lang="en-IN" sz="4800" dirty="0" err="1"/>
              <a:t>Backend:Python</a:t>
            </a:r>
            <a:r>
              <a:rPr lang="en-IN" sz="4800" dirty="0"/>
              <a:t> / Java / </a:t>
            </a:r>
            <a:r>
              <a:rPr lang="en-IN" sz="4800" dirty="0" err="1"/>
              <a:t>PHPDatabase:MySQLAPIs:Election</a:t>
            </a:r>
            <a:r>
              <a:rPr lang="en-IN" sz="4800" dirty="0"/>
              <a:t> Commission database integration</a:t>
            </a:r>
          </a:p>
        </p:txBody>
      </p:sp>
    </p:spTree>
    <p:extLst>
      <p:ext uri="{BB962C8B-B14F-4D97-AF65-F5344CB8AC3E}">
        <p14:creationId xmlns:p14="http://schemas.microsoft.com/office/powerpoint/2010/main" val="3995709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91DC15-68B0-DD44-81F3-318B8205B7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9006" y="-663191"/>
            <a:ext cx="13371006" cy="75211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EF53C3-68C2-816C-1D0A-E6CA023166A2}"/>
              </a:ext>
            </a:extLst>
          </p:cNvPr>
          <p:cNvSpPr txBox="1"/>
          <p:nvPr/>
        </p:nvSpPr>
        <p:spPr>
          <a:xfrm>
            <a:off x="110532" y="110532"/>
            <a:ext cx="896637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latin typeface="Algerian" panose="04020705040A02060702" pitchFamily="82" charset="0"/>
              </a:rPr>
              <a:t>Advantages</a:t>
            </a:r>
          </a:p>
          <a:p>
            <a:r>
              <a:rPr lang="en-US" sz="4800" dirty="0"/>
              <a:t>Benefits of the </a:t>
            </a:r>
            <a:r>
              <a:rPr lang="en-US" sz="4800" dirty="0" err="1"/>
              <a:t>SystemSaves</a:t>
            </a:r>
            <a:r>
              <a:rPr lang="en-US" sz="4800" dirty="0"/>
              <a:t> </a:t>
            </a:r>
            <a:r>
              <a:rPr lang="en-US" sz="4800" dirty="0" err="1"/>
              <a:t>timeEasy</a:t>
            </a:r>
            <a:r>
              <a:rPr lang="en-US" sz="4800" dirty="0"/>
              <a:t> to </a:t>
            </a:r>
            <a:r>
              <a:rPr lang="en-US" sz="4800" dirty="0" err="1"/>
              <a:t>useReduces</a:t>
            </a:r>
            <a:r>
              <a:rPr lang="en-US" sz="4800" dirty="0"/>
              <a:t> manual </a:t>
            </a:r>
            <a:r>
              <a:rPr lang="en-US" sz="4800" dirty="0" err="1"/>
              <a:t>verificationEncourages</a:t>
            </a:r>
            <a:r>
              <a:rPr lang="en-US" sz="4800" dirty="0"/>
              <a:t> voter </a:t>
            </a:r>
            <a:r>
              <a:rPr lang="en-US" sz="4800" dirty="0" err="1"/>
              <a:t>awarenessHelps</a:t>
            </a:r>
            <a:r>
              <a:rPr lang="en-US" sz="4800" dirty="0"/>
              <a:t> first-time </a:t>
            </a:r>
            <a:r>
              <a:rPr lang="en-US" sz="4800" dirty="0" err="1"/>
              <a:t>votersImproves</a:t>
            </a:r>
            <a:r>
              <a:rPr lang="en-US" sz="4800" dirty="0"/>
              <a:t> election participation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3939973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09D6CF-B415-AB24-595A-4F4EBF54E1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27FF5C-03CA-07AA-BC16-CE0A14555004}"/>
              </a:ext>
            </a:extLst>
          </p:cNvPr>
          <p:cNvSpPr txBox="1"/>
          <p:nvPr/>
        </p:nvSpPr>
        <p:spPr>
          <a:xfrm>
            <a:off x="79513" y="268357"/>
            <a:ext cx="910672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latin typeface="Algerian" panose="04020705040A02060702" pitchFamily="82" charset="0"/>
              </a:rPr>
              <a:t>Limitations</a:t>
            </a:r>
          </a:p>
          <a:p>
            <a:r>
              <a:rPr lang="en-US" sz="4800" dirty="0" err="1"/>
              <a:t>LimitationsRequires</a:t>
            </a:r>
            <a:r>
              <a:rPr lang="en-US" sz="4800" dirty="0"/>
              <a:t> internet </a:t>
            </a:r>
            <a:r>
              <a:rPr lang="en-US" sz="4800" dirty="0" err="1"/>
              <a:t>connectionDatabase</a:t>
            </a:r>
            <a:r>
              <a:rPr lang="en-US" sz="4800" dirty="0"/>
              <a:t> must be updated </a:t>
            </a:r>
            <a:r>
              <a:rPr lang="en-US" sz="4800" dirty="0" err="1"/>
              <a:t>regularlyIncorrect</a:t>
            </a:r>
            <a:r>
              <a:rPr lang="en-US" sz="4800" dirty="0"/>
              <a:t> data may give wrong </a:t>
            </a:r>
            <a:r>
              <a:rPr lang="en-US" sz="4800" dirty="0" err="1"/>
              <a:t>resultsPrivacy</a:t>
            </a:r>
            <a:r>
              <a:rPr lang="en-US" sz="4800" dirty="0"/>
              <a:t> and security concerns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1397042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30B0A7-6B35-5EFE-9AC2-8868390508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A5219E-3A94-B0EF-F2C6-7B512E3EBA81}"/>
              </a:ext>
            </a:extLst>
          </p:cNvPr>
          <p:cNvSpPr txBox="1"/>
          <p:nvPr/>
        </p:nvSpPr>
        <p:spPr>
          <a:xfrm>
            <a:off x="190918" y="140677"/>
            <a:ext cx="918419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dirty="0">
                <a:latin typeface="Algerian" panose="04020705040A02060702" pitchFamily="82" charset="0"/>
              </a:rPr>
              <a:t>Future Enhancements</a:t>
            </a:r>
          </a:p>
          <a:p>
            <a:r>
              <a:rPr lang="en-IN" sz="4800" dirty="0"/>
              <a:t>Future </a:t>
            </a:r>
            <a:r>
              <a:rPr lang="en-IN" sz="4800" dirty="0" err="1"/>
              <a:t>ImprovementsMobile</a:t>
            </a:r>
            <a:r>
              <a:rPr lang="en-IN" sz="4800" dirty="0"/>
              <a:t> application </a:t>
            </a:r>
            <a:r>
              <a:rPr lang="en-IN" sz="4800" dirty="0" err="1"/>
              <a:t>versionMulti</a:t>
            </a:r>
            <a:r>
              <a:rPr lang="en-IN" sz="4800" dirty="0"/>
              <a:t>-language </a:t>
            </a:r>
            <a:r>
              <a:rPr lang="en-IN" sz="4800" dirty="0" err="1"/>
              <a:t>supportAI</a:t>
            </a:r>
            <a:r>
              <a:rPr lang="en-IN" sz="4800" dirty="0"/>
              <a:t> chatbot </a:t>
            </a:r>
            <a:r>
              <a:rPr lang="en-IN" sz="4800" dirty="0" err="1"/>
              <a:t>assistanceFace</a:t>
            </a:r>
            <a:r>
              <a:rPr lang="en-IN" sz="4800" dirty="0"/>
              <a:t> verification for </a:t>
            </a:r>
            <a:r>
              <a:rPr lang="en-IN" sz="4800" dirty="0" err="1"/>
              <a:t>securityAutomatic</a:t>
            </a:r>
            <a:r>
              <a:rPr lang="en-IN" sz="4800" dirty="0"/>
              <a:t> election reminders</a:t>
            </a:r>
          </a:p>
        </p:txBody>
      </p:sp>
    </p:spTree>
    <p:extLst>
      <p:ext uri="{BB962C8B-B14F-4D97-AF65-F5344CB8AC3E}">
        <p14:creationId xmlns:p14="http://schemas.microsoft.com/office/powerpoint/2010/main" val="1886736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BBA34A-0AC7-E474-81A7-1E3EAD2138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B8D1B4-7D70-57FB-B41A-4B78A8126C63}"/>
              </a:ext>
            </a:extLst>
          </p:cNvPr>
          <p:cNvSpPr txBox="1"/>
          <p:nvPr/>
        </p:nvSpPr>
        <p:spPr>
          <a:xfrm>
            <a:off x="0" y="387626"/>
            <a:ext cx="918624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/>
              <a:t> </a:t>
            </a:r>
            <a:r>
              <a:rPr lang="en-US" sz="4800" dirty="0">
                <a:latin typeface="Algerian" panose="04020705040A02060702" pitchFamily="82" charset="0"/>
              </a:rPr>
              <a:t>Conclusion</a:t>
            </a:r>
          </a:p>
          <a:p>
            <a:r>
              <a:rPr lang="en-US" sz="4800" dirty="0"/>
              <a:t>The Voter Eligibility Checker is a useful digital solution that helps citizens verify their voting eligibility easily and </a:t>
            </a:r>
            <a:r>
              <a:rPr lang="en-US" sz="4800" dirty="0" err="1"/>
              <a:t>quickly.It</a:t>
            </a:r>
            <a:r>
              <a:rPr lang="en-US" sz="4800" dirty="0"/>
              <a:t> increases voter awareness, saves time, and supports transparent election processes.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3811980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4404BB-1AEE-BEBF-F656-AA9B91433F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8DCF51-17E4-E315-C5C1-77BEB76A48FD}"/>
              </a:ext>
            </a:extLst>
          </p:cNvPr>
          <p:cNvSpPr txBox="1"/>
          <p:nvPr/>
        </p:nvSpPr>
        <p:spPr>
          <a:xfrm>
            <a:off x="3687418" y="1997766"/>
            <a:ext cx="45819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latin typeface="Algerian" panose="04020705040A02060702" pitchFamily="82" charset="0"/>
              </a:rPr>
              <a:t>Thank  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F88015-9DF8-43E7-6753-E7B70C50E3FC}"/>
              </a:ext>
            </a:extLst>
          </p:cNvPr>
          <p:cNvSpPr txBox="1"/>
          <p:nvPr/>
        </p:nvSpPr>
        <p:spPr>
          <a:xfrm>
            <a:off x="7702826" y="3927034"/>
            <a:ext cx="398559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 err="1"/>
              <a:t>V.Pravallika</a:t>
            </a:r>
            <a:endParaRPr lang="en-IN" sz="3200" dirty="0"/>
          </a:p>
          <a:p>
            <a:r>
              <a:rPr lang="en-IN" sz="3200" dirty="0" err="1"/>
              <a:t>Md.Ayesha</a:t>
            </a:r>
            <a:r>
              <a:rPr lang="en-IN" sz="3200" dirty="0"/>
              <a:t> shabreen</a:t>
            </a:r>
          </a:p>
          <a:p>
            <a:r>
              <a:rPr lang="en-IN" sz="3200" dirty="0" err="1"/>
              <a:t>N.Surya</a:t>
            </a:r>
            <a:endParaRPr lang="en-IN" sz="3200" dirty="0"/>
          </a:p>
          <a:p>
            <a:r>
              <a:rPr lang="en-IN" sz="3200" dirty="0" err="1"/>
              <a:t>K.Pardha</a:t>
            </a:r>
            <a:r>
              <a:rPr lang="en-IN" sz="3200" dirty="0"/>
              <a:t> </a:t>
            </a:r>
            <a:r>
              <a:rPr lang="en-IN" sz="3200" dirty="0" err="1"/>
              <a:t>saradhi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527308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335</Words>
  <Application>Microsoft Office PowerPoint</Application>
  <PresentationFormat>Widescreen</PresentationFormat>
  <Paragraphs>28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Algerian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25CON43K1 .</dc:creator>
  <cp:lastModifiedBy>25CON43K1 .</cp:lastModifiedBy>
  <cp:revision>1</cp:revision>
  <dcterms:created xsi:type="dcterms:W3CDTF">2026-05-09T03:58:47Z</dcterms:created>
  <dcterms:modified xsi:type="dcterms:W3CDTF">2026-05-09T04:25:38Z</dcterms:modified>
</cp:coreProperties>
</file>